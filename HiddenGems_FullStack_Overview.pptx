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Gems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D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Exploration Local — Full Stack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8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·  Backend  ·  Database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FA8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 ·  Spring Boot  ·  PostgreSQL (Neon)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8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Karima  ·  Keshawn  ·  Jarrett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5C4D"/>
          </a:solidFill>
          <a:ln w="12700">
            <a:solidFill>
              <a:srgbClr val="1F5C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F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777240" cy="1005840"/>
          </a:xfrm>
          <a:prstGeom prst="rect">
            <a:avLst/>
          </a:prstGeom>
          <a:solidFill>
            <a:srgbClr val="1F5C4D"/>
          </a:solidFill>
          <a:ln w="12700">
            <a:solidFill>
              <a:srgbClr val="1F5C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417320" y="137160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175564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Hidden Gems is, who it's for, and the problem it solves.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68880"/>
            <a:ext cx="777240" cy="1005840"/>
          </a:xfrm>
          <a:prstGeom prst="rect">
            <a:avLst/>
          </a:prstGeom>
          <a:solidFill>
            <a:srgbClr val="2F7D63"/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417320" y="256032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Deep Dive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294436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walkthrough of the frontend, backend, and database architecture.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657600"/>
            <a:ext cx="777240" cy="100584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048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417320" y="374904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Demonstration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133088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app in action — browsing gems, adding a discovery, and user authentication.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5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D88C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36576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 helps users discover places, experiences, or activities in their area.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D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projects include local guides, activity planners, or experience recommendation systems.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5156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51560"/>
            <a:ext cx="2651760" cy="502920"/>
          </a:xfrm>
          <a:prstGeom prst="rect">
            <a:avLst/>
          </a:prstGeom>
          <a:solidFill>
            <a:srgbClr val="2F7D63"/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109728" cy="109728"/>
          </a:xfrm>
          <a:prstGeom prst="ellipse">
            <a:avLst/>
          </a:prstGeom>
          <a:solidFill>
            <a:srgbClr val="2F7D63"/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6420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 components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(Home, DataDisplay,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FormPage, Login, Register)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109728" cy="109728"/>
          </a:xfrm>
          <a:prstGeom prst="ellipse">
            <a:avLst/>
          </a:prstGeom>
          <a:solidFill>
            <a:srgbClr val="2F7D63"/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3113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for API calls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109728" cy="109728"/>
          </a:xfrm>
          <a:prstGeom prst="ellipse">
            <a:avLst/>
          </a:prstGeom>
          <a:solidFill>
            <a:srgbClr val="2F7D63"/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9806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embed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38144"/>
            <a:ext cx="109728" cy="109728"/>
          </a:xfrm>
          <a:prstGeom prst="ellipse">
            <a:avLst/>
          </a:prstGeom>
          <a:solidFill>
            <a:srgbClr val="2F7D63"/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36499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stored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109728" cy="109728"/>
          </a:xfrm>
          <a:prstGeom prst="ellipse">
            <a:avLst/>
          </a:prstGeom>
          <a:solidFill>
            <a:srgbClr val="2F7D63"/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3192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navigation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105156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051560"/>
            <a:ext cx="265176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83280" y="1737360"/>
            <a:ext cx="109728" cy="10972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166420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on :8080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2304288"/>
            <a:ext cx="109728" cy="10972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223113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Gems, Categories,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Users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2871216"/>
            <a:ext cx="109728" cy="10972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79806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filter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3438144"/>
            <a:ext cx="109728" cy="10972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336499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Hibernate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layer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4005072"/>
            <a:ext cx="109728" cy="10972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393192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0760" y="1051560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1051560"/>
            <a:ext cx="2651760" cy="5029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17220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Neon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1737360"/>
            <a:ext cx="109728" cy="109728"/>
          </a:xfrm>
          <a:prstGeom prst="ellipse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166420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gems,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2304288"/>
            <a:ext cx="109728" cy="109728"/>
          </a:xfrm>
          <a:prstGeom prst="ellipse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2231136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cloud 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(Neon serverless)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2871216"/>
            <a:ext cx="109728" cy="109728"/>
          </a:xfrm>
          <a:prstGeom prst="ellipse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2798064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SSL-required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3438144"/>
            <a:ext cx="109728" cy="109728"/>
          </a:xfrm>
          <a:prstGeom prst="ellipse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3364992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schema update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(ddl-auto=update)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4005072"/>
            <a:ext cx="109728" cy="109728"/>
          </a:xfrm>
          <a:prstGeom prst="ellipse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3931920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gem→user,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gem→category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063240" y="3017520"/>
            <a:ext cx="502920" cy="0"/>
          </a:xfrm>
          <a:prstGeom prst="line">
            <a:avLst/>
          </a:prstGeom>
          <a:noFill/>
          <a:ln w="25400">
            <a:solidFill>
              <a:srgbClr val="D88C2F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5897880" y="3017520"/>
            <a:ext cx="502920" cy="0"/>
          </a:xfrm>
          <a:prstGeom prst="line">
            <a:avLst/>
          </a:prstGeom>
          <a:noFill/>
          <a:ln w="25400">
            <a:solidFill>
              <a:srgbClr val="D88C2F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F7D63"/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React Router v7 · Axios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64008" cy="59436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69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Home.jsx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with a hero image of Tallahassee and two cards. Links users to browse gems (DataDisplay) or add a new one (FormPage).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64008" cy="59436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653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DataDisplay.jsx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all gems from GET /api/gems. Renders a Google Maps embed with map markers at each gem's lat/lng, plus a category-grouped list below the map.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642616"/>
            <a:ext cx="64008" cy="59436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60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FormPage.jsx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9443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to submit a new gem. Sends a POST to /api/gems with a Bearer token. Fields: title, description, lat/lng, category (dropdown from /api/categories), and creator.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438144"/>
            <a:ext cx="64008" cy="59436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Login.jsx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73989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credentials to /api/auth/login. On success, stores the JWT token, username, and role in localStorage for use by protected routes.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233672"/>
            <a:ext cx="64008" cy="59436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Register.jsx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535424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username, email, and password to /api/auth/register. Handles 400 (invalid input) and 409 (duplicate username/email) error responses.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· Spring Security · JWT · JPA/Hibernate · Maven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24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GemController.java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4356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/api/gems. GET endpoints are public. POST, PUT, DELETE require authentication via @PreAuthorize. Supports filtering by category and fetching by ID.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13432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13432"/>
            <a:ext cx="64008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865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AuthController.java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697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/api/auth/register and /api/auth/login. Validates credentials, BCrypt-matches passwords, and returns a signed JWT token with username and role.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75304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575304"/>
            <a:ext cx="64008" cy="10972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648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CategoryController.java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395935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/api/categories for reading category options. Used by the frontend FormPage dropdown to populate available gem categories.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051560"/>
            <a:ext cx="64008" cy="109728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124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JWTService.java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56048" y="143560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and validates JWT tokens. Tokens include the username as the subject and expire after 24 hours (86400000 ms). Uses HMAC-SHA signing.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313432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313432"/>
            <a:ext cx="64008" cy="109728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3865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SecurityConfig.java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56048" y="2697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session policy. Auth and GET endpoints are public. All write operations require a valid token. JWT filter runs before Spring's default auth filter.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75304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75304"/>
            <a:ext cx="64008" cy="109728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6484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5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GemService / UserService.java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56048" y="395935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 between controllers and repositories. GemService handles category-based filtering and gem lookup. UserService loads users by username.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Neon Serverless Cloud · JPA Auto-Schema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338328"/>
          </a:xfrm>
          <a:prstGeom prst="rect">
            <a:avLst/>
          </a:prstGeom>
          <a:solidFill>
            <a:srgbClr val="2F7D63"/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11155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0" y="1115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1155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17320"/>
            <a:ext cx="8412480" cy="338328"/>
          </a:xfrm>
          <a:prstGeom prst="rect">
            <a:avLst/>
          </a:prstGeom>
          <a:solidFill>
            <a:srgbClr val="F7FBF8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47218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37360" y="147218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46120" y="14721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auto-increment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1755648"/>
            <a:ext cx="84124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81051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737360" y="181051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46120" y="18105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UNIQUE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093976"/>
            <a:ext cx="8412480" cy="338328"/>
          </a:xfrm>
          <a:prstGeom prst="rect">
            <a:avLst/>
          </a:prstGeom>
          <a:solidFill>
            <a:srgbClr val="F7FBF8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14884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37360" y="214884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46120" y="21488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NULL, UNIQUE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432304"/>
            <a:ext cx="84124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48716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37360" y="248716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46120" y="24871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encoded, hidden from API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2770632"/>
            <a:ext cx="8412480" cy="338328"/>
          </a:xfrm>
          <a:prstGeom prst="rect">
            <a:avLst/>
          </a:prstGeom>
          <a:solidFill>
            <a:srgbClr val="F7FBF8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28254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F7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37360" y="28254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46120" y="28254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ROLE_USER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154680"/>
            <a:ext cx="8412480" cy="338328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191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600200" y="31912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08960" y="31912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191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493008"/>
            <a:ext cx="8412480" cy="338328"/>
          </a:xfrm>
          <a:prstGeom prst="rect">
            <a:avLst/>
          </a:prstGeom>
          <a:solidFill>
            <a:srgbClr val="F7FBF8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35478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8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737360" y="35478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46120" y="35478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auto-increment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3831336"/>
            <a:ext cx="84124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" y="388620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8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737360" y="38862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VARCHAR(150)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246120" y="38862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" y="4169664"/>
            <a:ext cx="8412480" cy="338328"/>
          </a:xfrm>
          <a:prstGeom prst="rect">
            <a:avLst/>
          </a:prstGeom>
          <a:solidFill>
            <a:srgbClr val="F7FBF8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" y="422452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8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737360" y="422452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246120" y="42245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2000 characters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4507992"/>
            <a:ext cx="84124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768" y="456285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8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737360" y="456285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246120" y="45628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-90 to 90, NOT NULL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65760" y="4846320"/>
            <a:ext cx="8412480" cy="338328"/>
          </a:xfrm>
          <a:prstGeom prst="rect">
            <a:avLst/>
          </a:prstGeom>
          <a:solidFill>
            <a:srgbClr val="F7FBF8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768" y="490118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8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737360" y="490118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246120" y="49011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-180 to 180, NOT NULL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65760" y="5184648"/>
            <a:ext cx="84124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9768" y="523951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8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737360" y="523951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246120" y="523951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categories.id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65760" y="5522976"/>
            <a:ext cx="8412480" cy="338328"/>
          </a:xfrm>
          <a:prstGeom prst="rect">
            <a:avLst/>
          </a:prstGeom>
          <a:solidFill>
            <a:srgbClr val="F7FBF8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9768" y="557784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8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creator_id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737360" y="557784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3246120" y="55778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users.id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65760" y="5907024"/>
            <a:ext cx="8412480" cy="33832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5943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1600200" y="59436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108960" y="5943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937760" y="59436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6245352"/>
            <a:ext cx="8412480" cy="338328"/>
          </a:xfrm>
          <a:prstGeom prst="rect">
            <a:avLst/>
          </a:prstGeom>
          <a:solidFill>
            <a:srgbClr val="F7FBF8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9768" y="630021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1737360" y="630021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3246120" y="63002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PK, auto-increment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365760" y="6583680"/>
            <a:ext cx="84124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9768" y="663854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1737360" y="663854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VARCHAR(100)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3246120" y="66385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365760" y="6922008"/>
            <a:ext cx="8412480" cy="338328"/>
          </a:xfrm>
          <a:prstGeom prst="rect">
            <a:avLst/>
          </a:prstGeom>
          <a:solidFill>
            <a:srgbClr val="F7FBF8"/>
          </a:solidFill>
          <a:ln w="12700">
            <a:solidFill>
              <a:srgbClr val="DDE8E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9768" y="69768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737360" y="697687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3246120" y="69768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1000 characters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Endpoints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24128"/>
            <a:ext cx="68580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6070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106070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0" y="106070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89320" y="106070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user account. Returns JWT + username + role.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527048"/>
            <a:ext cx="68580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6362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156362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156362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9320" y="156362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with username/email + password. Returns JWT token.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68580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6654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" y="206654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06654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9320" y="206654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gems. Frontend groups results by category for display.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532888"/>
            <a:ext cx="68580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6946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" y="256946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/api/gems/filter?category=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256946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89320" y="256946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gems filtered by a specific category name.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035808"/>
            <a:ext cx="68580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07238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" y="307238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307238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8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307238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gem. Requires a valid JWT. Payload includes title, description, lat/lng, category ID.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538728"/>
            <a:ext cx="685800" cy="320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7530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" y="357530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/api/gems/{id}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357530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8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89320" y="357530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 existing gem by ID.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041648"/>
            <a:ext cx="685800" cy="3200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07822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407822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/api/gems/{id}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0" y="407822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8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89320" y="407822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gem by ID.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544568"/>
            <a:ext cx="68580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8114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43000" y="458114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/api/categories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0" y="4581144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7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89320" y="458114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categories. Used to populate the FormPage dropdown.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5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D88C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657600" cy="4572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D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Gems in action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5C4D"/>
          </a:solidFill>
          <a:ln w="12700">
            <a:solidFill>
              <a:srgbClr val="1F5C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Lessons Learned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ran into — and how we solved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02920" cy="1115568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8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Storage — Large Images &amp; PDFs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Commits and pushes were failing due to oversized images and milestone PDFs exceeding GitHub's storage limits.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1746504"/>
            <a:ext cx="7589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Cleaned the Main branch in IntelliJ to resolve the issue. Old commits are still accessible by clicking on them in GitHub history.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13432"/>
            <a:ext cx="502920" cy="1115568"/>
          </a:xfrm>
          <a:prstGeom prst="rect">
            <a:avLst/>
          </a:prstGeom>
          <a:solidFill>
            <a:srgbClr val="2F7D63"/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334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23774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Backend Connection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6791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Pages would occasionally go blank, and the frontend and backend weren't communicating correctly due to terminology mismatches.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5840" y="3008376"/>
            <a:ext cx="7589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Diagnosed each blank-page case individually — many were simple fixes. Key fix: adding the network host to the @CrossOrigin annotation on the backend controllers.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575304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575304"/>
            <a:ext cx="502920" cy="11155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953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363931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 Key Instability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94106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The Google Maps API key was toggling on and off, causing the map display to be unreliable.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5840" y="4270248"/>
            <a:ext cx="7589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Added a deprecation suppressor to stabilize the Maps initialization and prevent the key from cycling.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5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6576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solidFill>
            <a:srgbClr val="2F7D63">
              <a:alpha val="25000"/>
            </a:srgbClr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88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46304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committing and pushing, always verify there are no errors and avoid staging version files that didn't need to be changed.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188720"/>
          </a:xfrm>
          <a:prstGeom prst="rect">
            <a:avLst/>
          </a:prstGeom>
          <a:solidFill>
            <a:srgbClr val="2F7D63">
              <a:alpha val="25000"/>
            </a:srgbClr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88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92608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double-check that the backend and frontend are properly aligned — endpoints, CORS settings, and response formats all need to match.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F7D63"/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Plans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localhost to the world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78992"/>
            <a:ext cx="2651760" cy="73152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8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Deployment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365760" cy="36576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94560"/>
            <a:ext cx="239572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localhost by deploying the frontend and backend to production-grade cloud infrastructure — removing the need for a local machine to run the app and making it accessible to anyone, anywhere, at any 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78992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78992"/>
            <a:ext cx="2651760" cy="73152"/>
          </a:xfrm>
          <a:prstGeom prst="rect">
            <a:avLst/>
          </a:prstGeom>
          <a:solidFill>
            <a:srgbClr val="2F7D63"/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7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508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Expansion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37560" y="2057400"/>
            <a:ext cx="365760" cy="36576"/>
          </a:xfrm>
          <a:prstGeom prst="rect">
            <a:avLst/>
          </a:prstGeom>
          <a:solidFill>
            <a:srgbClr val="2F7D63"/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194560"/>
            <a:ext cx="239572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platform to support communities across the United States. Introduce city and region-based filtering, curated local gem collections, and user-generated content moderation to support a growing national user base.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078992"/>
            <a:ext cx="26517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078992"/>
            <a:ext cx="2651760" cy="7315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1508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Reach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2057400"/>
            <a:ext cx="365760" cy="36576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194560"/>
            <a:ext cx="239572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Hidden Gems into an international discovery platform — supporting multiple languages, regional categories, and location-aware recommendations that connect travelers and locals around the world.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5C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8D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Gems  ·  Travel Exploration Local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1600200"/>
            <a:ext cx="2743200" cy="36576"/>
          </a:xfrm>
          <a:prstGeom prst="rect">
            <a:avLst/>
          </a:prstGeom>
          <a:solidFill>
            <a:srgbClr val="D88C2F"/>
          </a:solidFill>
          <a:ln w="12700">
            <a:solidFill>
              <a:srgbClr val="D88C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783080"/>
            <a:ext cx="2011680" cy="1371600"/>
          </a:xfrm>
          <a:prstGeom prst="rect">
            <a:avLst/>
          </a:prstGeom>
          <a:solidFill>
            <a:srgbClr val="2F7D63">
              <a:alpha val="30000"/>
            </a:srgbClr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88C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37160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D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1783080"/>
            <a:ext cx="2011680" cy="1371600"/>
          </a:xfrm>
          <a:prstGeom prst="rect">
            <a:avLst/>
          </a:prstGeom>
          <a:solidFill>
            <a:srgbClr val="2F7D63">
              <a:alpha val="30000"/>
            </a:srgbClr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88C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84048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D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783080"/>
            <a:ext cx="2011680" cy="1371600"/>
          </a:xfrm>
          <a:prstGeom prst="rect">
            <a:avLst/>
          </a:prstGeom>
          <a:solidFill>
            <a:srgbClr val="2F7D63">
              <a:alpha val="30000"/>
            </a:srgbClr>
          </a:solidFill>
          <a:ln w="12700">
            <a:solidFill>
              <a:srgbClr val="2F7D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8288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88C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D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8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Karima  ·  Keshawn  ·  Jarrett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FA8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Spring Boot  ·  PostgreSQL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Hidden Gems – Full Stack Overview</dc:title>
  <dc:subject>PptxGenJS Presentation</dc:subject>
  <dc:creator>PptxGenJS</dc:creator>
  <cp:lastModifiedBy>PptxGenJS</cp:lastModifiedBy>
  <cp:revision>1</cp:revision>
  <dcterms:created xsi:type="dcterms:W3CDTF">2026-04-30T17:34:30Z</dcterms:created>
  <dcterms:modified xsi:type="dcterms:W3CDTF">2026-04-30T17:34:30Z</dcterms:modified>
</cp:coreProperties>
</file>